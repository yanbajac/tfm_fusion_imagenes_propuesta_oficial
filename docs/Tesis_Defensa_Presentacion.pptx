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Las siete hipótesis se sostienen, y cinco de ellas son hallazgos sobre el criterio, no sobre el operador. No usar la etiqueta «parcial» para H6: con ρ = +0,214, p = 0,645 y 232 escenas, el rechazo de la hipótesis de traslación es limpio y es un aporte. 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punto de operación adoptado; perfil de calidad validado; ventaja sobre el clásico demostrada; y la lección sobre calidad vs. tarea. No decir «óptimo hallado»: la optimización no lo fija, y eso es H5. Dentro del rango publicado el máximo de la aptitud está en r = 1 (1,7350) contra 1,7057 en r = 25, y el peso queda en el piso, m = 0,30, en 499 de las 500 corridas. El r = 25 lo elige la batería de evaluación.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el máximo de la aptitud dentro del rango está en r = 1 (1,7350) contra 1,7057 en r = 25.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2017).</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significativos y ninguno es adverso con significancia; en fidelidad a las fuentes, 17 de 20 son adversos y significativos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En 500 corridas la búsqueda no fija el radio: r = 25 en el 51,4 % y r = 1 en el 45,6 %; y el máximo de la aptitud publicada dentro del rango está en r = 1 (1,7350), no en r = 25 (1,7057). El peso queda en el piso 0,30 en 499 de 500. El radio lo elige la batería de evaluación y el peso, la saturación: 0,73 % contra el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SE SOSTIENE con muestra suficiente: lo que queda rechazado es la traslación de la calidad a la tarea, no la hipótesis. Ninguna fusión supera al infrarrojo solo en LLVIP (0,971 frente a 0,952 de la mejor fusión), el orden de calidad no predice el mAP (ρ = +0,214; p = 0,645) y en el conteo por escena de M3FD la propuesta queda por debajo del visible (50,0 % frente a 53,0 %; McNemar exacto p = 0,2100; n = 232).</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con la aptitud y el rango publicados, repetido 20 veces por celda —500 corridas—, converge a m* = 0,30 en el 99,8 %, el piso del rango; el máximo de la aptitud está en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al Top-Hat clásico (r = 5; m = 1) la propuesta mejora seis de las nueve métricas con significancia (p_Holm ≤ 0,0002), incluida la similitud estructural (0,658 frente a 0,564), y pierde en gradiente medio y frecuencia espacial. Esa diferencia mezcla banco, radio y peso; el aporte del banco aislado con (r, m) = (25; 0,30) es 3,222 frente a 3,367 del disco único con las nueve métricas, y se invierte con las diecisiete.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