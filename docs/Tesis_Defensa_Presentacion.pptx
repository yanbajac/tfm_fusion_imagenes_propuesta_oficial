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controla la escala de las estructuras que se extraen; m cuánto realce se reinyecta. La aptitud publicada F_o combina fidelidad estructural (SSIM), información (entropía) y baja distorsión (PSNR). El barrido replica el Cuadro 1 de la FPUNA: el óptimo global de F_o para este operador es r=25 con m pequeño (≈0,07), que extrae estructuras grandes pero las pondera suavemente.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se recuerda la versión anterior de esta nota, que decía lo contrario, corregirlo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No usar la etiqueta «parcial» para H6: con ρ = +0,214, p = 0,645 y 232 escenas, el rechazo de la hipótesis de traslación es limpio y es un aporte. No decir que el PSO halló r = 25: la búsqueda devuelve r = 1, y esa es exactamente H5.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Las 25 configuraciones convergen al mismo peso, m* = 0,30, porque es el piso del rango publicado: la aptitud decrece de forma monótona en m. Y el argmax del radio dentro de ese rango es r = 1 (Fo = 1,7350) —en 16 de las 25 configuraciones— y no r = 25 (Fo = 1,7057), que aparece en 8. La configuración adoptada, r = 25, la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2014).</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El argmax de la aptitud publicada es r = 1 (Fo = 1,7350) en 16 de las 25 configuraciones, no r = 25 (1,7057); y m queda en 0,30 porque es el piso del rango. El radio lo elige la batería de evaluación y el peso se justifica por criterios independientes: equivalencia del realce y saturación del 0,73 % frente al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de 25 configuraciones con la aptitud y el rango publicados converge a m* = 0,30 en todas ellas, el piso del rango; el argmax del radio es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