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publicada F_o combina fidelidad estructural (SSIM), información (entropía) y baja distorsión (PSNR). El barrido replica el Cuadro 1 de la FPUNA: el óptimo global de F_o para este operador es r=25 con m pequeño (≈0,07), que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la propuesta lidera SSIM, LP el contraste (SD) y la información mutua, el Top-Hat clásico la actividad (SF). El perfil de la propuesta es la fidelidad estructural.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experimento que delimita el valor de la fusión: un único YOLOv8n entrenado con VIS+IR mezcladas (4.000 imágenes, 40 épocas) e inferencia por método. Las personas solo se ven bien en IR y las luces solo en VIS; la fusión es la única entrada que detecta ambas a la vez. La propuesta es la mejor fusión del estudio en este escenario: detecta ambas clases complementarias en una sola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M3FD con la evidencia visual: dos escenas reales de la validación. En la primera, las personas están bajo el puente a contraluz: invisibles para el detector en VIS, obvias en IR y recuperadas por la fusión. En la segunda, el semáforo y las luces no emiten calor: el IR no los ve, la fusión sí — junto con las personas. Una sola imagen, ambas clases: eso es lo que la fusión compra.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 y M3FD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nueve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frente a la metodología clásica de fusión Top-Hat y a los métodos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publicada de Ortega y Espinoza (2025), sin pesos arbitrarios: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383280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≈ 0,07 (Fo = 1,7654), alcanzado de forma consistente con n = 10 y T ≥ 30; config operativa m = 0,0703.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Nueve métricas sin referencia (EN, SD, FE, MG, MI_vis, MI_ir, SF, SSIM, PSNR).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19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PSNR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MI_ir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20,27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13,04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1,072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21,97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0,881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22,78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13,93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0,881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0,120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22,79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0,891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0,120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22,84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13,15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0,884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0,117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17,49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22,86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18,73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9,64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0,909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0,117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alcanza la mayor similitud estructural del estudio (SSIM = 0,782), significativa frente a los cinco métodos del estado del arte, y es segunda en información mutua con las fuentes (MI_ir = 0,909).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más conservadora en actividad y contraste (SF, SD, EN): prioriza la fidelidad sobre el realce.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nueve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Información mutua (MI_vis, MI_ir): mejor y significativa frente a la mayoría.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Cede en actividad y contraste (EN, SD, MG, SF): lideran los operadores de mayor realce.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eleva la fidelidad estructural (SSIM 0,782 vs 0,578) e información mutua (MI_ir 0,909 vs 0,586), con significancia estadística.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(9 métricas): LP 3,11 · DTCWT 3,78 · TH clásico 3,78 · RP 3,89 · DWT 4,22 · CVT 4,22 · Propuesta 5,00 — el ranking premia la actividad; la propuesta prioriza fidelidad estructural.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822960"/>
            <a:ext cx="7223760" cy="2761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70332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mAP@0,5); el IR solo lidera (0,957): en peatones nocturnos domina la firma térmica.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Novedosa cae en la banda de las fusiones (0,936), pareja con el Top-Hat clásico (0,938), sin ser la líder.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calidad de imagen no se traslada automáticamente al mAP (H3 parcial).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Clases complementarias en M3FD — un detector único VIS+IR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19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3fd_p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7863840" cy="29443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913632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Complementariedad extrema: el IR domina People (0,220) pero es ciego a Lamp (0,018); el VIS es el espejo (0,178 / 0,135).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mejores fusiones superan a AMBAS modalidades en el promedio del par (propuesta 0,162; RP 0,165 vs VIS 0,157 e IR 0,119): ambas clases en una sola imagen.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es la mejor fusión en mAP global (0,239) y en People (0,207), manteniendo las luces cerca del visible: detecta ambos objetos en una sola imagen.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prueba visual: ambas clases en una sola imagen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19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m3fd_dete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822960"/>
            <a:ext cx="63093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Arriba: el VIS no detecta a nadie (0 personas) — la fusión las recupera. Abajo: el IR no ve ninguna luz — la fusión las conserva.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la fidelidad estructural (SSIM 0,782 vs 0,578) y la información mutua (MI_ir 0,909 vs 0,586)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(aptitud publicada F_o) halló el óptimo r = 25, m ≈ 0,07 (F_o = 1,7654)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alcanza la mayor similitud estructural del benchmark (SSIM 0,782, significativa frente a los 5 métodos del estado del arte) y es segunda en información mutua con las fuentes.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el banco de SE y el ajuste automático elevan la fidelidad estructural y la información mutua con significancia estadística.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Aporte central en detección (M3FD): la fusión detecta en una sola imagen los objetos complementarios —personas (solo en IR) y luces (solo en VIS)— que ninguna modalidad capta por separado; la propuesta es la mejor fusión del estudio.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prima la fidelidad estructural a las fuentes y la detección de objetos complementarios, la propuesta es la opción recomendada; donde prima el contraste bruto, LP y el Top-Hat clásico siguen siendo competitivos.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2026-07-24T23:47:00Z</dcterms:created>
  <dcterms:modified xsi:type="dcterms:W3CDTF">2026-07-24T23:47:00Z</dcterms:modified>
</cp:coreProperties>
</file>