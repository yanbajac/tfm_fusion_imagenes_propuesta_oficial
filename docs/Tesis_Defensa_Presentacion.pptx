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la pregunta del tribunal sobre la elección de la aptitud: repetimos el barrido con la fórmula del trabajo replicado. Resultado: su propio óptimo cae al piso del rango (m=0,30) y, sin restricciones, coincide con el nuestro (m≈0,07). La aptitud de fidelidad pura además apaga el banco de SE (r=1). La curva demuestra que ningún enjambre puede converger en [0,5-2]: es el paisaje, no la búsqueda.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que delimita el valor de la fusión: un único YOLOv8n entrenado con VIS+IR mezcladas (4.000 imágenes, 40 épocas) e inferencia por método. Las personas solo se ven bien en IR y las luces solo en VIS; la fusión es la única entrada que detecta ambas a la vez. La propuesta lidera entre las fusiones y su ventaja sobre el óptimo Fo confirma la elección de la aptitud también en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M3FD con la evidencia visual: dos escenas reales de la validación. En la primera, las personas están bajo el puente a contraluz: invisibles para el detector en VIS, obvias en IR y recuperadas por la fusión. En la segunda, el semáforo y las luces no emiten calor: el IR no los ve, la fusión sí — junto con las personas. Una sola imagen, ambas clases: eso es lo que la fusión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 y M3FD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Ablación de la función de aptitud (pedido de la revisión)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aptitud_vs_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5212080" cy="2734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60720" y="10515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Mismo barrido 5×5 con la Fo del trabajo de referencia (SSIM_avg + E_n + PSNR_n) y su rango m ∈ [0,3–2,0].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las 50 corridas, m* = 0,30: el piso del rango.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tres curvas decrecen en [0,5–2]: ningún tamaño de enjambre ni número de iteraciones puede converger allí.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máximo real de Fo sobre la propuesta está en m ≈ 0,07 — coincide con nuestro óptimo (0,0703).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Sobre la propuesta, Fo elige r = 1 (óptimo trivial); sobre el clásico, r = 25 con 4,5× más artefactos que F_apt.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4160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entre ambos óptimos: F_apt mejor y significativa en 8/12 métricas (limpieza y estructura). Ambas aptitudes acuerdan el peso del operador; F_apt controla además los artefactos (refuerza H2).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20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0,305 · Nabf 0,041 vs 0,585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20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822960"/>
            <a:ext cx="7223760" cy="2761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0332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mAP@0,5); el IR solo lidera (0,957): en peatones nocturnos domina la firma térmica.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dos configuraciones de la propuesta caen en la banda de las fusiones: F_apt (0,936) y Fo (0,922), pareja con el clásico (0,938).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calidad de imagen no se traslada automáticamente al mAP (H3 parcial).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Clases complementarias en M3FD — un detector único VIS+IR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20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3fd_p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7863840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913632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Complementariedad extrema: el IR domina People (0,220) pero es ciego a Lamp (0,018); el VIS es el espejo (0,178 / 0,135).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mejores fusiones superan a AMBAS modalidades en el promedio del par (propuesta 0,162; RP 0,165 vs VIS 0,157 e IR 0,119): ambas clases en una sola imagen.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es la mejor fusión en mAP global (0,239) y en People (0,207); su óptimo F_apt supera al de Fo en las dos clases clave.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prueba visual: ambas clases en una sola imagen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20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m3fd_det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822960"/>
            <a:ext cx="63093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Arriba: el VIS no detecta a nadie (0 personas) — la fusión las recupera. Abajo: el IR no ve ninguna luz — la fusión las conserva.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0,585)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2026-07-24T15:06:51Z</dcterms:created>
  <dcterms:modified xsi:type="dcterms:W3CDTF">2026-07-24T15:06:51Z</dcterms:modified>
</cp:coreProperties>
</file>